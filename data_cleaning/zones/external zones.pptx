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>
        <p:scale>
          <a:sx n="125" d="100"/>
          <a:sy n="125" d="100"/>
        </p:scale>
        <p:origin x="90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C796C2-E71B-AB09-210F-84B95BF2F6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528EA2-87AE-2387-1532-8EB219796B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90A95A-8BF7-0403-E281-03AF534985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2E512-F310-4E2B-8CE4-86C5E69A7503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CF92EC-97C0-0FFE-9011-7EE909E16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88692A-EA38-1765-502F-057DDCCDD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086CC-B068-48D0-8B3D-8DCC62C8E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0009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ED25C-B188-12D8-748F-734C200ABA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B45A3C-B5CD-D3F3-82E8-13178D7DEF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664968-F6D0-03C5-3AEA-5AFBF35B1F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2E512-F310-4E2B-8CE4-86C5E69A7503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7D36BC-26BD-3676-957D-40C6BFA15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0C2C7E-30E1-3C32-D404-27B3A4C70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086CC-B068-48D0-8B3D-8DCC62C8E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7135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B6A17-D60A-AB10-9711-E8D590A7E2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BDEBE0-6B5F-0A7F-AEA0-9084070070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D4B1B2-1490-A708-D1DA-F68F34DBD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2E512-F310-4E2B-8CE4-86C5E69A7503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C4B17F-5509-0C3A-A1B2-84353CEE7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E9453D-2994-C32A-CBB7-65477C465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086CC-B068-48D0-8B3D-8DCC62C8E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1913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754C7-7D90-2014-5F7C-C6229529E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33C0CB-2BD0-57D5-FD5B-7517398B89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D46336-14F3-FA4E-2643-BD59F80BEE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3E16A8-2BF9-226A-677F-F13EE124A4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2E512-F310-4E2B-8CE4-86C5E69A7503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FD95D7-C108-DFDA-85E3-71768DDA15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C31D73-43DB-C081-CA1C-D33CF5FE6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086CC-B068-48D0-8B3D-8DCC62C8E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9219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D6BF6-39EB-36C2-24B1-FA0E3BA65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E7FF33-A550-7981-E40F-B472A9AD69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99197F-C6B3-C867-73E5-FEF71D4C5F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A8EBE1-61FF-8B11-3BD9-3F173149E1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418B770-6157-B123-77F4-9F81617E53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45F89CB-F02E-5146-B41C-7A2C1DE964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2E512-F310-4E2B-8CE4-86C5E69A7503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31A03FD-453D-EEC6-A6B2-5E45DB837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DB8D16B-CA11-F2B4-BCD2-069E47A7A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086CC-B068-48D0-8B3D-8DCC62C8E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381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8AD2E7-9AC5-9FB3-1FF5-5A739DFE6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577E51-3532-36C8-DEA4-5726BCB68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2E512-F310-4E2B-8CE4-86C5E69A7503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38C5D4-B98B-11D0-C9B7-F1334AC6F7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1FB640-B167-5DE9-E4FC-5CFBBA209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086CC-B068-48D0-8B3D-8DCC62C8E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8213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A8E3306-A554-036E-250A-F1A1A8D1F6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2E512-F310-4E2B-8CE4-86C5E69A7503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52F54C-A677-A81F-F51F-9EB656DC3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5AEDB1-2F87-E62A-346E-D0FB15FF2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086CC-B068-48D0-8B3D-8DCC62C8E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7459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A7C139-3BDA-22AC-A047-08A498872D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B532A6-B8A9-5820-21FD-0008A21540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3BA87A-348D-DDC8-59E1-1498335414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7246CC-17D8-1053-57C5-FAD8AA9D8E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2E512-F310-4E2B-8CE4-86C5E69A7503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CC5883-EF42-B6CA-DA20-511D8CCEB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7DC0A7-3C0E-D8D6-6EE3-934224542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086CC-B068-48D0-8B3D-8DCC62C8E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1178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DA60E-E2AD-7463-AA70-67454E4A8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F84BEFA-121E-536A-A607-A097746B41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271BB1-76F8-DD77-E4F8-7E84350FA0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999803-6858-0CD3-6566-3B6481DB1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2E512-F310-4E2B-8CE4-86C5E69A7503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B76E3F-70E5-8B11-A71C-5DB8E1F121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043AC2-8F6A-5058-39D6-AE39978B5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086CC-B068-48D0-8B3D-8DCC62C8E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5587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F7AF1C-80F1-EB2B-E7DB-3DC781077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410C1D-F4A1-606B-6DD3-6B93B776F7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B245E4-16E7-D66E-1C33-E07371295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2E512-F310-4E2B-8CE4-86C5E69A7503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BBFDDD-4E77-1753-7F73-F62DE58BF3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2F7DA-D79F-DB61-AB13-B714E0DC2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086CC-B068-48D0-8B3D-8DCC62C8E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2726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D4624-775B-4B9E-CACE-6586AB6843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A855F5-4232-E43D-D5DD-7F93011E54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C9F5D7-D17D-3D1D-849B-1B1CB036FA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2E512-F310-4E2B-8CE4-86C5E69A7503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03EDFC-3BB9-04E1-65FE-FBEFF4E44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53BE00-3EAA-348E-475E-2A475587D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086CC-B068-48D0-8B3D-8DCC62C8E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7218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D000D50-74E8-A5FD-6673-18FF2232DE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5D9223-4D80-2676-95EB-0D5E30F544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6463B8-239A-5B0F-ADD7-85E99CBB0A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42E512-F310-4E2B-8CE4-86C5E69A7503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30551A-646A-E666-FD2F-B2E7D046CE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55B769-2E3C-1504-7391-B06A43EBA4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9086CC-B068-48D0-8B3D-8DCC62C8E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3858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Picture 36">
            <a:extLst>
              <a:ext uri="{FF2B5EF4-FFF2-40B4-BE49-F238E27FC236}">
                <a16:creationId xmlns:a16="http://schemas.microsoft.com/office/drawing/2014/main" id="{23F5C8B8-DA10-B7F3-888C-187CA753EC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2979" y="1356160"/>
            <a:ext cx="5951824" cy="4403703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7CBAFF4-B437-8741-1416-9D3C9E3982DE}"/>
              </a:ext>
            </a:extLst>
          </p:cNvPr>
          <p:cNvSpPr/>
          <p:nvPr/>
        </p:nvSpPr>
        <p:spPr>
          <a:xfrm>
            <a:off x="4846580" y="1010498"/>
            <a:ext cx="1249680" cy="322489"/>
          </a:xfrm>
          <a:prstGeom prst="roundRect">
            <a:avLst/>
          </a:prstGeom>
          <a:solidFill>
            <a:srgbClr val="000000">
              <a:alpha val="50196"/>
            </a:srgb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Wyoming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2E6F648-22C5-3DCB-5438-221CFFD76146}"/>
              </a:ext>
            </a:extLst>
          </p:cNvPr>
          <p:cNvCxnSpPr>
            <a:cxnSpLocks/>
          </p:cNvCxnSpPr>
          <p:nvPr/>
        </p:nvCxnSpPr>
        <p:spPr>
          <a:xfrm>
            <a:off x="5786432" y="1332990"/>
            <a:ext cx="0" cy="27102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1CA077D-9CBF-6AFF-5552-B15CAA98BE68}"/>
              </a:ext>
            </a:extLst>
          </p:cNvPr>
          <p:cNvCxnSpPr>
            <a:cxnSpLocks/>
          </p:cNvCxnSpPr>
          <p:nvPr/>
        </p:nvCxnSpPr>
        <p:spPr>
          <a:xfrm>
            <a:off x="8532693" y="3229716"/>
            <a:ext cx="2667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5F1ED39-595F-804A-A256-1683975A0B52}"/>
              </a:ext>
            </a:extLst>
          </p:cNvPr>
          <p:cNvSpPr/>
          <p:nvPr/>
        </p:nvSpPr>
        <p:spPr>
          <a:xfrm>
            <a:off x="8799392" y="2914650"/>
            <a:ext cx="1704975" cy="653668"/>
          </a:xfrm>
          <a:prstGeom prst="roundRect">
            <a:avLst/>
          </a:prstGeom>
          <a:solidFill>
            <a:srgbClr val="000000">
              <a:alpha val="50196"/>
            </a:srgb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Eastern Interconnect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D48E913-5A88-2A57-C6E7-C2768F0028FF}"/>
              </a:ext>
            </a:extLst>
          </p:cNvPr>
          <p:cNvCxnSpPr>
            <a:cxnSpLocks/>
          </p:cNvCxnSpPr>
          <p:nvPr/>
        </p:nvCxnSpPr>
        <p:spPr>
          <a:xfrm>
            <a:off x="8532693" y="3133937"/>
            <a:ext cx="2667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E09EEA-6647-086A-B9EC-DF101698F139}"/>
              </a:ext>
            </a:extLst>
          </p:cNvPr>
          <p:cNvCxnSpPr>
            <a:cxnSpLocks/>
          </p:cNvCxnSpPr>
          <p:nvPr/>
        </p:nvCxnSpPr>
        <p:spPr>
          <a:xfrm>
            <a:off x="5862632" y="1332988"/>
            <a:ext cx="0" cy="27102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925D75C6-A43C-5047-BF51-D22DB19E5CBC}"/>
              </a:ext>
            </a:extLst>
          </p:cNvPr>
          <p:cNvSpPr/>
          <p:nvPr/>
        </p:nvSpPr>
        <p:spPr>
          <a:xfrm>
            <a:off x="5471420" y="5768986"/>
            <a:ext cx="1815465" cy="346064"/>
          </a:xfrm>
          <a:prstGeom prst="roundRect">
            <a:avLst/>
          </a:prstGeom>
          <a:solidFill>
            <a:srgbClr val="000000">
              <a:alpha val="50196"/>
            </a:srgb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New Mexico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71F8700-27FC-9397-BF2D-8AFFBDB8D399}"/>
              </a:ext>
            </a:extLst>
          </p:cNvPr>
          <p:cNvCxnSpPr>
            <a:cxnSpLocks/>
          </p:cNvCxnSpPr>
          <p:nvPr/>
        </p:nvCxnSpPr>
        <p:spPr>
          <a:xfrm>
            <a:off x="6310573" y="5521537"/>
            <a:ext cx="0" cy="2585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7A8E2CB-EC71-9A0B-EB02-968B99F3FF0D}"/>
              </a:ext>
            </a:extLst>
          </p:cNvPr>
          <p:cNvCxnSpPr>
            <a:cxnSpLocks/>
          </p:cNvCxnSpPr>
          <p:nvPr/>
        </p:nvCxnSpPr>
        <p:spPr>
          <a:xfrm>
            <a:off x="6379153" y="5521537"/>
            <a:ext cx="0" cy="2585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A58159A0-F340-5F15-C157-EB8067C76CF5}"/>
              </a:ext>
            </a:extLst>
          </p:cNvPr>
          <p:cNvSpPr/>
          <p:nvPr/>
        </p:nvSpPr>
        <p:spPr>
          <a:xfrm>
            <a:off x="2921061" y="5759863"/>
            <a:ext cx="1815464" cy="355187"/>
          </a:xfrm>
          <a:prstGeom prst="roundRect">
            <a:avLst/>
          </a:prstGeom>
          <a:solidFill>
            <a:srgbClr val="000000">
              <a:alpha val="50196"/>
            </a:srgb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Four Corners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568A5FE4-A5C0-43A8-68D2-1753BC715F6E}"/>
              </a:ext>
            </a:extLst>
          </p:cNvPr>
          <p:cNvCxnSpPr>
            <a:cxnSpLocks/>
          </p:cNvCxnSpPr>
          <p:nvPr/>
        </p:nvCxnSpPr>
        <p:spPr>
          <a:xfrm>
            <a:off x="3477381" y="5505378"/>
            <a:ext cx="0" cy="2585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4E0B96B-C2EF-1EFE-5675-D2EE96A4DC43}"/>
              </a:ext>
            </a:extLst>
          </p:cNvPr>
          <p:cNvCxnSpPr>
            <a:cxnSpLocks/>
          </p:cNvCxnSpPr>
          <p:nvPr/>
        </p:nvCxnSpPr>
        <p:spPr>
          <a:xfrm>
            <a:off x="3545961" y="5505378"/>
            <a:ext cx="0" cy="2585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B075111B-3903-0508-378A-5B9644EDC5F0}"/>
              </a:ext>
            </a:extLst>
          </p:cNvPr>
          <p:cNvSpPr/>
          <p:nvPr/>
        </p:nvSpPr>
        <p:spPr>
          <a:xfrm>
            <a:off x="2058277" y="3057526"/>
            <a:ext cx="891359" cy="362200"/>
          </a:xfrm>
          <a:prstGeom prst="roundRect">
            <a:avLst/>
          </a:prstGeom>
          <a:solidFill>
            <a:srgbClr val="000000">
              <a:alpha val="50196"/>
            </a:srgb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Utah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3F278BA4-DA5B-F5CF-9A95-4A17A22689E4}"/>
              </a:ext>
            </a:extLst>
          </p:cNvPr>
          <p:cNvCxnSpPr>
            <a:cxnSpLocks/>
          </p:cNvCxnSpPr>
          <p:nvPr/>
        </p:nvCxnSpPr>
        <p:spPr>
          <a:xfrm>
            <a:off x="2949636" y="3285289"/>
            <a:ext cx="27718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23DADA39-7609-8CAA-E249-5B730B54E046}"/>
              </a:ext>
            </a:extLst>
          </p:cNvPr>
          <p:cNvCxnSpPr>
            <a:cxnSpLocks/>
          </p:cNvCxnSpPr>
          <p:nvPr/>
        </p:nvCxnSpPr>
        <p:spPr>
          <a:xfrm>
            <a:off x="2949635" y="3192758"/>
            <a:ext cx="27718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8C0CD0B0-1B01-7195-B532-340E416E80B6}"/>
              </a:ext>
            </a:extLst>
          </p:cNvPr>
          <p:cNvCxnSpPr>
            <a:cxnSpLocks/>
          </p:cNvCxnSpPr>
          <p:nvPr/>
        </p:nvCxnSpPr>
        <p:spPr>
          <a:xfrm>
            <a:off x="5105394" y="1332989"/>
            <a:ext cx="0" cy="27102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6484518-6ECB-795C-0D0D-B7DDE9D53EED}"/>
              </a:ext>
            </a:extLst>
          </p:cNvPr>
          <p:cNvCxnSpPr>
            <a:cxnSpLocks/>
          </p:cNvCxnSpPr>
          <p:nvPr/>
        </p:nvCxnSpPr>
        <p:spPr>
          <a:xfrm>
            <a:off x="5181594" y="1332987"/>
            <a:ext cx="0" cy="27102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3FD4291-8F92-E7CC-82EC-6465618D90F2}"/>
              </a:ext>
            </a:extLst>
          </p:cNvPr>
          <p:cNvSpPr/>
          <p:nvPr/>
        </p:nvSpPr>
        <p:spPr>
          <a:xfrm>
            <a:off x="7283013" y="1010498"/>
            <a:ext cx="1249680" cy="322489"/>
          </a:xfrm>
          <a:prstGeom prst="roundRect">
            <a:avLst/>
          </a:prstGeom>
          <a:solidFill>
            <a:srgbClr val="000000">
              <a:alpha val="50196"/>
            </a:srgb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Nebraska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997A161-3F1C-1A32-5C64-7476AA7DB9DC}"/>
              </a:ext>
            </a:extLst>
          </p:cNvPr>
          <p:cNvCxnSpPr>
            <a:cxnSpLocks/>
          </p:cNvCxnSpPr>
          <p:nvPr/>
        </p:nvCxnSpPr>
        <p:spPr>
          <a:xfrm>
            <a:off x="7884722" y="1332990"/>
            <a:ext cx="0" cy="27102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EB7CA2B-34C7-0B98-335B-E368B11F7B75}"/>
              </a:ext>
            </a:extLst>
          </p:cNvPr>
          <p:cNvCxnSpPr>
            <a:cxnSpLocks/>
          </p:cNvCxnSpPr>
          <p:nvPr/>
        </p:nvCxnSpPr>
        <p:spPr>
          <a:xfrm>
            <a:off x="7960922" y="1332988"/>
            <a:ext cx="0" cy="27102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39446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9</Words>
  <Application>Microsoft Office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>State of Colorado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Dahlke, Steven</dc:creator>
  <cp:lastModifiedBy>Dahlke, Steven</cp:lastModifiedBy>
  <cp:revision>5</cp:revision>
  <dcterms:created xsi:type="dcterms:W3CDTF">2026-03-03T17:29:44Z</dcterms:created>
  <dcterms:modified xsi:type="dcterms:W3CDTF">2026-08-10T20:25:34Z</dcterms:modified>
</cp:coreProperties>
</file>